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Inline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r</m:t>
                    </m:r>
                    <m:r>
                      <m:t>a</m:t>
                    </m:r>
                    <m:r>
                      <m:t>c</m:t>
                    </m:r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h</m:t>
                    </m:r>
                    <m:r>
                      <m:t>o</m:t>
                    </m:r>
                  </m:oMath>
                </a14:m>
                <a:r>
                  <a:rPr/>
                  <a:t> text.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r>
                        <m:rPr>
                          <m:sty m:val="bi"/>
                        </m:rP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rPr>
                          <m:sty m:val="bi"/>
                        </m:rPr>
                        <m:t>a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2026-09-30T00:19:13Z</dcterms:created>
  <dcterms:modified xsi:type="dcterms:W3CDTF">2026-09-30T00:19:13Z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